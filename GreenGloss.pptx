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31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09728"/>
            <a:ext cx="3108960" cy="9875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234440"/>
            <a:ext cx="9144000" cy="64008"/>
          </a:xfrm>
          <a:prstGeom prst="rect">
            <a:avLst/>
          </a:prstGeom>
          <a:solidFill>
            <a:srgbClr val="8B0F3B"/>
          </a:solidFill>
          <a:ln w="12700">
            <a:solidFill>
              <a:srgbClr val="8B0F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298448"/>
            <a:ext cx="256032" cy="3840480"/>
          </a:xfrm>
          <a:prstGeom prst="rect">
            <a:avLst/>
          </a:prstGeom>
          <a:solidFill>
            <a:srgbClr val="8B0F3B"/>
          </a:solidFill>
          <a:ln w="12700">
            <a:solidFill>
              <a:srgbClr val="8B0F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8B0F3B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GreenGloss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Beauty Store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2926080" y="2907792"/>
            <a:ext cx="3291840" cy="36576"/>
          </a:xfrm>
          <a:prstGeom prst="rect">
            <a:avLst/>
          </a:prstGeom>
          <a:solidFill>
            <a:srgbClr val="D4A0B5"/>
          </a:solidFill>
          <a:ln w="12700">
            <a:solidFill>
              <a:srgbClr val="D4A0B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Ismail Firoz Govande  |  Roll No. 150096725103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1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03920" y="749808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73152" cy="9144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09928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Eco Transparency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189280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beauty e-commerce sites show zero information about environmental impact, carbon footprint, or sustainability ratings.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587752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587752"/>
            <a:ext cx="73152" cy="9144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Ingredient Clarity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51560" y="29718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can't search products by ingredient or know if a product is vegan, organic, or cruelty-free at a glance.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3666744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666744"/>
            <a:ext cx="73152" cy="9144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" y="3867912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9534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3730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Loyalty Incentives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51560" y="405079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beauty stores rarely offer subscription discounts or loyalty points, making repeat purchases less attractive.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897880" y="1463040"/>
            <a:ext cx="3017520" cy="32004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989320" y="15361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492240" y="1965960"/>
            <a:ext cx="1828800" cy="27432"/>
          </a:xfrm>
          <a:prstGeom prst="rect">
            <a:avLst/>
          </a:prstGeom>
          <a:solidFill>
            <a:srgbClr val="D4A0B5"/>
          </a:solidFill>
          <a:ln w="12700">
            <a:solidFill>
              <a:srgbClr val="D4A0B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989320" y="20848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29" name="Text 24"/>
          <p:cNvSpPr/>
          <p:nvPr/>
        </p:nvSpPr>
        <p:spPr>
          <a:xfrm>
            <a:off x="5989320" y="25420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shoppers want eco info on products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989320" y="29992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600" dirty="0"/>
          </a:p>
        </p:txBody>
      </p:sp>
      <p:sp>
        <p:nvSpPr>
          <p:cNvPr id="31" name="Text 26"/>
          <p:cNvSpPr/>
          <p:nvPr/>
        </p:nvSpPr>
        <p:spPr>
          <a:xfrm>
            <a:off x="5989320" y="3456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carts due to lack of ingredient data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989320" y="39136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3600" dirty="0"/>
          </a:p>
        </p:txBody>
      </p:sp>
      <p:sp>
        <p:nvSpPr>
          <p:cNvPr id="33" name="Text 28"/>
          <p:cNvSpPr/>
          <p:nvPr/>
        </p:nvSpPr>
        <p:spPr>
          <a:xfrm>
            <a:off x="5989320" y="4370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loyalty with subscription-based pricing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1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 — GreenGloss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03920" y="749808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3-page e-commerce website built with HTML, CSS &amp; 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651760" cy="1207008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29968"/>
            <a:ext cx="475488" cy="475488"/>
          </a:xfrm>
          <a:prstGeom prst="ellipse">
            <a:avLst/>
          </a:prstGeom>
          <a:solidFill>
            <a:srgbClr val="8B0F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057400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3272" y="1984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Eco-Score Ratings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23682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rated A / B / C with carbon footprint data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874520"/>
            <a:ext cx="2651760" cy="1207008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2029968"/>
            <a:ext cx="475488" cy="475488"/>
          </a:xfrm>
          <a:prstGeom prst="ellipse">
            <a:avLst/>
          </a:prstGeom>
          <a:solidFill>
            <a:srgbClr val="8B0F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057400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1984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Cart System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59352" y="23682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adjust qty — all saved in localStorage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874520"/>
            <a:ext cx="2651760" cy="1207008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2029968"/>
            <a:ext cx="475488" cy="475488"/>
          </a:xfrm>
          <a:prstGeom prst="ellipse">
            <a:avLst/>
          </a:prstGeom>
          <a:solidFill>
            <a:srgbClr val="8B0F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5740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85432" y="1984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85432" y="23682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1 pt per $1 spent — 100 pts = $5 off next order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3291840"/>
            <a:ext cx="2651760" cy="1207008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447288"/>
            <a:ext cx="475488" cy="475488"/>
          </a:xfrm>
          <a:prstGeom prst="ellipse">
            <a:avLst/>
          </a:prstGeom>
          <a:solidFill>
            <a:srgbClr val="8B0F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47472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Search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33272" y="3785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 by ingredient name across all products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3291840"/>
            <a:ext cx="2651760" cy="1207008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83280" y="3447288"/>
            <a:ext cx="475488" cy="475488"/>
          </a:xfrm>
          <a:prstGeom prst="ellipse">
            <a:avLst/>
          </a:prstGeom>
          <a:solidFill>
            <a:srgbClr val="8B0F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474720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59352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Save 15%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959352" y="3785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refill prices shown on every product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172200" y="3291840"/>
            <a:ext cx="2651760" cy="1207008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309360" y="3447288"/>
            <a:ext cx="475488" cy="475488"/>
          </a:xfrm>
          <a:prstGeom prst="ellipse">
            <a:avLst/>
          </a:prstGeom>
          <a:solidFill>
            <a:srgbClr val="8B0F3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474720"/>
            <a:ext cx="402336" cy="40233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85432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885432" y="3785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GREEN15, ECO10, BEAUTY5 — validated at checkout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1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&amp; Method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03920" y="749808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83080"/>
          <a:ext cx="4114800" cy="256032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2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structure &amp;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Styling, flexbox,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Logic, DOM, filtering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&amp; product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product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Flow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837944"/>
            <a:ext cx="438912" cy="438912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837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30368" y="18196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products.html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30368" y="2057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product cards with search + eco filter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44144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496312"/>
            <a:ext cx="438912" cy="438912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30368" y="2478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details.html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30368" y="2715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info, ingredients, qty selector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3099816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154680"/>
            <a:ext cx="438912" cy="438912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230368" y="3136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Cart.html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30368" y="3374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items, discounts, promo codes, checkout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375818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813048"/>
            <a:ext cx="438912" cy="438912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30368" y="3794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30368" y="4032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cart &amp; selected product between pages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12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03920" y="749808"/>
            <a:ext cx="457200" cy="457200"/>
          </a:xfrm>
          <a:prstGeom prst="ellipse">
            <a:avLst/>
          </a:prstGeom>
          <a:solidFill>
            <a:srgbClr val="A312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292608" cy="292608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88366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fully functional e-commerce website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395728"/>
            <a:ext cx="292608" cy="292608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4140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359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products with Eco-Score, carbon data &amp; ingredient search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926080"/>
            <a:ext cx="292608" cy="292608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9443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28895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filtering by ingredient AND eco-score simultaneously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5760" y="3456432"/>
            <a:ext cx="292608" cy="292608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4747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34198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system with real-time totals, eco discounts &amp; promo codes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65760" y="3986784"/>
            <a:ext cx="292608" cy="292608"/>
          </a:xfrm>
          <a:prstGeom prst="ellipse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00507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3950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written in plain HTML + CSS + JS — no frameworks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897880" y="1417320"/>
            <a:ext cx="3017520" cy="3246120"/>
          </a:xfrm>
          <a:prstGeom prst="rect">
            <a:avLst/>
          </a:prstGeom>
          <a:solidFill>
            <a:srgbClr val="A31245"/>
          </a:solidFill>
          <a:ln w="12700">
            <a:solidFill>
              <a:srgbClr val="A312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989320" y="15087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6492240" y="1920240"/>
            <a:ext cx="1828800" cy="27432"/>
          </a:xfrm>
          <a:prstGeom prst="rect">
            <a:avLst/>
          </a:prstGeom>
          <a:solidFill>
            <a:srgbClr val="D4A0B5"/>
          </a:solidFill>
          <a:ln w="12700">
            <a:solidFill>
              <a:srgbClr val="D4A0B5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03504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 &amp; user accounts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035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integration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035040" y="2907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&amp; rating system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035040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version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035040" y="37856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31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09728"/>
            <a:ext cx="3108960" cy="9875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234440"/>
            <a:ext cx="9144000" cy="64008"/>
          </a:xfrm>
          <a:prstGeom prst="rect">
            <a:avLst/>
          </a:prstGeom>
          <a:solidFill>
            <a:srgbClr val="8B0F3B"/>
          </a:solidFill>
          <a:ln w="12700">
            <a:solidFill>
              <a:srgbClr val="8B0F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GreenGloss - Sustainable Beauty Store</dc:title>
  <dc:subject>PptxGenJS Presentation</dc:subject>
  <dc:creator>PptxGenJS</dc:creator>
  <cp:lastModifiedBy>PptxGenJS</cp:lastModifiedBy>
  <cp:revision>1</cp:revision>
  <dcterms:created xsi:type="dcterms:W3CDTF">2026-03-11T21:40:30Z</dcterms:created>
  <dcterms:modified xsi:type="dcterms:W3CDTF">2026-03-11T21:40:30Z</dcterms:modified>
</cp:coreProperties>
</file>